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0A2DB"/>
                </a:solidFill>
              </a:defRPr>
            </a:pPr>
            <a:r>
              <a:t>Universidad Nacional de Colombia</a:t>
            </a:r>
          </a:p>
        </p:txBody>
      </p:sp>
      <p:pic>
        <p:nvPicPr>
          <p:cNvPr id="3" name="Picture 2" descr="Asset 1@0.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0A2DB"/>
                </a:solidFill>
              </a:defRPr>
            </a:pPr>
            <a:r>
              <a:t>Colaboration Bosons SAS 2026  |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0A2DB"/>
                </a:solidFill>
              </a:defRPr>
            </a:pPr>
            <a:r>
              <a:t>Conclusiones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0A2DB"/>
                </a:solidFill>
              </a:defRPr>
            </a:pPr>
            <a:r>
              <a:t>Resumen de aprendizajes</a:t>
            </a:r>
          </a:p>
          <a:p>
            <a:pPr>
              <a:defRPr sz="1800">
                <a:solidFill>
                  <a:srgbClr val="70A2DB"/>
                </a:solidFill>
              </a:defRPr>
            </a:pPr>
            <a:r>
              <a:t>Acciones inmediatas</a:t>
            </a:r>
          </a:p>
          <a:p>
            <a:pPr>
              <a:defRPr sz="1800">
                <a:solidFill>
                  <a:srgbClr val="70A2DB"/>
                </a:solidFill>
              </a:defRPr>
            </a:pPr>
            <a:r>
              <a:t>Responsables y plazos</a:t>
            </a:r>
          </a:p>
        </p:txBody>
      </p:sp>
      <p:pic>
        <p:nvPicPr>
          <p:cNvPr id="4" name="Picture 3" descr="Asset 1@0.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0A2DB"/>
                </a:solidFill>
              </a:defRPr>
            </a:pPr>
            <a:r>
              <a:t>Colaboration Bosons SAS 2026  |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